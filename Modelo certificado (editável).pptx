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539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31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756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04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696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478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419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303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842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563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939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494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C82A2A-56EC-62AB-6CB4-9579D742BA93}"/>
              </a:ext>
            </a:extLst>
          </p:cNvPr>
          <p:cNvSpPr txBox="1"/>
          <p:nvPr/>
        </p:nvSpPr>
        <p:spPr>
          <a:xfrm>
            <a:off x="2886455" y="4679813"/>
            <a:ext cx="4133088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buNone/>
            </a:pPr>
            <a:r>
              <a:rPr lang="pt-BR" sz="900" b="0" i="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TEXTO</a:t>
            </a:r>
          </a:p>
          <a:p>
            <a:pPr algn="ctr">
              <a:lnSpc>
                <a:spcPts val="1300"/>
              </a:lnSpc>
              <a:buNone/>
            </a:pPr>
            <a:r>
              <a:rPr lang="pt-BR" sz="900" dirty="0">
                <a:latin typeface="Helvetica" panose="020B0604020202020204" pitchFamily="34" charset="0"/>
                <a:cs typeface="Helvetica" panose="020B0604020202020204" pitchFamily="34" charset="0"/>
              </a:rPr>
              <a:t>TEXTO</a:t>
            </a:r>
          </a:p>
          <a:p>
            <a:pPr algn="ctr">
              <a:lnSpc>
                <a:spcPts val="1300"/>
              </a:lnSpc>
              <a:buNone/>
            </a:pPr>
            <a:r>
              <a:rPr lang="pt-BR" sz="9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TEXTO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DDB59A4-4D40-41D3-BA83-8071444A5D26}"/>
              </a:ext>
            </a:extLst>
          </p:cNvPr>
          <p:cNvSpPr txBox="1"/>
          <p:nvPr/>
        </p:nvSpPr>
        <p:spPr>
          <a:xfrm>
            <a:off x="2477262" y="4168026"/>
            <a:ext cx="4951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b="0" i="0" cap="all" dirty="0">
                <a:solidFill>
                  <a:srgbClr val="000000"/>
                </a:solidFill>
                <a:effectLst/>
              </a:rPr>
              <a:t>_____________________________</a:t>
            </a:r>
            <a:endParaRPr lang="pt-BR" cap="all" dirty="0">
              <a:effectLst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19A6E1-A682-C5F1-1032-38DA46B8FB74}"/>
              </a:ext>
            </a:extLst>
          </p:cNvPr>
          <p:cNvSpPr txBox="1"/>
          <p:nvPr/>
        </p:nvSpPr>
        <p:spPr>
          <a:xfrm>
            <a:off x="-1" y="4436409"/>
            <a:ext cx="990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sz="1400" b="1" i="0" cap="all" dirty="0"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NOME</a:t>
            </a:r>
            <a:endParaRPr lang="pt-BR" sz="1400" b="1" cap="all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505C31-3446-77C4-693B-927C526C5C4F}"/>
              </a:ext>
            </a:extLst>
          </p:cNvPr>
          <p:cNvSpPr txBox="1"/>
          <p:nvPr/>
        </p:nvSpPr>
        <p:spPr>
          <a:xfrm>
            <a:off x="2477262" y="629782"/>
            <a:ext cx="4951476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>
              <a:buNone/>
            </a:pPr>
            <a:r>
              <a:rPr lang="pt-BR" sz="4400" b="1" i="0" cap="all" dirty="0">
                <a:ln w="3175">
                  <a:solidFill>
                    <a:schemeClr val="bg1"/>
                  </a:solidFill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Certificado</a:t>
            </a:r>
            <a:endParaRPr lang="pt-BR" sz="4400" cap="all" dirty="0">
              <a:ln w="3175">
                <a:solidFill>
                  <a:schemeClr val="bg1"/>
                </a:solidFill>
              </a:ln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7864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6</Words>
  <Application>Microsoft Office PowerPoint</Application>
  <PresentationFormat>Papel A4 (210 x 297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Victor Rodrigues Catalano</dc:creator>
  <cp:lastModifiedBy>José Victor Rodrigues Catalano</cp:lastModifiedBy>
  <cp:revision>3</cp:revision>
  <dcterms:created xsi:type="dcterms:W3CDTF">2026-04-11T13:59:01Z</dcterms:created>
  <dcterms:modified xsi:type="dcterms:W3CDTF">2026-04-14T20:32:08Z</dcterms:modified>
</cp:coreProperties>
</file>